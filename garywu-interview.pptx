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❯_ </a:t>
            </a:r>
            <a:pPr indent="0" marL="0">
              <a:buNone/>
            </a:pPr>
            <a:r>
              <a:rPr lang="en-US" sz="1400" spc="300" kern="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 INTRODUCTION · INTERVIEW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吳振銜 </a:t>
            </a:r>
            <a:pPr indent="0" marL="0">
              <a:buNone/>
            </a:pPr>
            <a:r>
              <a:rPr lang="en-US" sz="5400" b="1" dirty="0">
                <a:solidFill>
                  <a:srgbClr val="9DA7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Gary Wu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Senior Full-Stack Engineer</a:t>
            </a:r>
            <a:pPr indent="0" marL="0">
              <a:buNone/>
            </a:pPr>
            <a:r>
              <a:rPr lang="en-US" sz="2400" b="1" dirty="0">
                <a:solidFill>
                  <a:srgbClr val="7D85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×  </a:t>
            </a:r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工業系統整合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DA7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把設備端資料、監控流程、AI 推論與雲端業務系統,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DA7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整合為穩定、可維護、可長期演進的數位系統。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4892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A7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s19003045@gmail.com</a:t>
            </a:r>
            <a:pPr indent="0" marL="0">
              <a:buNone/>
            </a:pPr>
            <a:r>
              <a:rPr lang="en-US" sz="125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pPr indent="0" marL="0">
              <a:buNone/>
            </a:pPr>
            <a:r>
              <a:rPr lang="en-US" sz="1250" dirty="0">
                <a:solidFill>
                  <a:srgbClr val="9DA7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github.com/s19003045</a:t>
            </a:r>
            <a:pPr indent="0" marL="0">
              <a:buNone/>
            </a:pPr>
            <a:r>
              <a:rPr lang="en-US" sz="125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pPr indent="0" marL="0">
              <a:buNone/>
            </a:pP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garywudev.deepwaterslife.com</a:t>
            </a:r>
            <a:endParaRPr lang="en-US" sz="1250" dirty="0"/>
          </a:p>
        </p:txBody>
      </p:sp>
      <p:pic>
        <p:nvPicPr>
          <p:cNvPr id="7" name="Image 0" descr="/opt/garywu-portfolio/public/AI_Headshot_17790217904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1691640"/>
            <a:ext cx="2651760" cy="2651760"/>
          </a:xfrm>
          <a:prstGeom prst="ellipse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5669280"/>
            <a:ext cx="10545775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806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 · 面試簡報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1908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❯_ </a:t>
            </a:r>
            <a:pPr algn="l"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Gary Wu 吳振銜 · Senior Full-Stack Engineer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85455" y="64190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garywudev.deepwaterslife.com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ABOUT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從醫療領域到工業系統整合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444752"/>
            <a:ext cx="14630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28800"/>
            <a:ext cx="67665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▪  </a:t>
            </a:r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醫檢背景出身</a:t>
            </a:r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(國立陽明大學醫事技術學系),在醫療產業累積多年嚴謹的品質與流程訓練</a:t>
            </a:r>
            <a:endParaRPr lang="en-US" sz="1500" dirty="0"/>
          </a:p>
          <a:p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▪  </a:t>
            </a:r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2020 年轉職軟體工程</a:t>
            </a:r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,從 LINE chatbot、全端開發與技術講師起步</a:t>
            </a:r>
            <a:endParaRPr lang="en-US" sz="1500" dirty="0"/>
          </a:p>
          <a:p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▪  </a:t>
            </a:r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5+ 年資深全端經驗</a:t>
            </a:r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,主導橫跨 15+ repositories 的工業系統,同時獨立接案完成 0→1 產品交付</a:t>
            </a:r>
            <a:endParaRPr lang="en-US" sz="1500" dirty="0"/>
          </a:p>
          <a:p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▪  </a:t>
            </a:r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專長定位:</a:t>
            </a:r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Edge-to-Cloud 架構——從 PLC/SCADA 設備端,到 AI 推論,再到雲端業務系統的完整資料閉環</a:t>
            </a:r>
            <a:endParaRPr lang="en-US" sz="1500" dirty="0"/>
          </a:p>
          <a:p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▪  </a:t>
            </a:r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持有 </a:t>
            </a:r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 27001:2022 ISMS</a:t>
            </a:r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導入與內部稽核經驗,兼顧開發與資安治理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0" y="1828800"/>
            <a:ext cx="3840480" cy="4023360"/>
          </a:xfrm>
          <a:prstGeom prst="roundRect">
            <a:avLst>
              <a:gd name="adj" fmla="val 142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1000" y="2011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TIMELINE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01000" y="23957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2001–2005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01000" y="267004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A7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國立陽明大學 · 醫事技術學系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001000" y="32644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01000" y="353872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A7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轉職軟體工程(全端 / LINE chatbot / 講師)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001000" y="41330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2020.10–今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01000" y="440740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A7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Senior Full-Stack Engineer · 工業系統整合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001000" y="50017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2024.10–今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01000" y="527608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A7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獨立接案 · 代書資訊系統 Rock System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1908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❯_ </a:t>
            </a:r>
            <a:pPr algn="l"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Gary Wu 吳振銜 · Senior Full-Stack Engineer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85455" y="64190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garywudev.deepwaterslife.com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HIGHLIGHTS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用數字快速認識我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444752"/>
            <a:ext cx="14630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9992" y="2148840"/>
            <a:ext cx="2121408" cy="1920240"/>
          </a:xfrm>
          <a:prstGeom prst="roundRect">
            <a:avLst>
              <a:gd name="adj" fmla="val 285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9992" y="2295144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15+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81432" y="3355848"/>
            <a:ext cx="193852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A7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repositories 整合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DA7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並掌握 90% 以上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12568" y="2148840"/>
            <a:ext cx="2121408" cy="1920240"/>
          </a:xfrm>
          <a:prstGeom prst="roundRect">
            <a:avLst>
              <a:gd name="adj" fmla="val 285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2568" y="2295144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3x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804008" y="3355848"/>
            <a:ext cx="193852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A7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除錯定位效率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DA7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(764 個結構化 log 呼叫點)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35144" y="2148840"/>
            <a:ext cx="2121408" cy="1920240"/>
          </a:xfrm>
          <a:prstGeom prst="roundRect">
            <a:avLst>
              <a:gd name="adj" fmla="val 285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35144" y="2295144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4x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126584" y="3355848"/>
            <a:ext cx="193852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A7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IPC 部署效率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DA7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(1 小時 → 15 分鐘)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57720" y="2148840"/>
            <a:ext cx="2121408" cy="1920240"/>
          </a:xfrm>
          <a:prstGeom prst="roundRect">
            <a:avLst>
              <a:gd name="adj" fmla="val 285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57720" y="2295144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449160" y="3355848"/>
            <a:ext cx="193852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A7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最終資料同步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DA7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99.9% 系統可用性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680296" y="2148840"/>
            <a:ext cx="2121408" cy="1920240"/>
          </a:xfrm>
          <a:prstGeom prst="roundRect">
            <a:avLst>
              <a:gd name="adj" fmla="val 285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80296" y="2295144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771736" y="3355848"/>
            <a:ext cx="193852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A7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重複開發工作減少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DA7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(config-driven 設計)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4709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7D85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以上數據皆來自實際交付的系統——工程與品質指標可公開,客戶營運數據依保密協議不揭露。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1908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❯_ </a:t>
            </a:r>
            <a:pPr algn="l"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Gary Wu 吳振銜 · Senior Full-Stack Engineer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85455" y="64190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garywudev.deepwaterslife.com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CORE SKILLS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技能地圖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444752"/>
            <a:ext cx="14630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28800"/>
            <a:ext cx="10881360" cy="713232"/>
          </a:xfrm>
          <a:prstGeom prst="roundRect">
            <a:avLst>
              <a:gd name="adj" fmla="val 641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83664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1883664"/>
            <a:ext cx="7680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· Next.js · TypeScript · Redux · D3.js · Tailwind CSS · Electron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670048"/>
            <a:ext cx="10881360" cy="713232"/>
          </a:xfrm>
          <a:prstGeom prst="roundRect">
            <a:avLst>
              <a:gd name="adj" fmla="val 641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24912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&amp; DB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2724912"/>
            <a:ext cx="7680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 · Python (FastAPI / Flask) · Strapi · PostgreSQL · MySQL · MongoDB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511296"/>
            <a:ext cx="10881360" cy="713232"/>
          </a:xfrm>
          <a:prstGeom prst="roundRect">
            <a:avLst>
              <a:gd name="adj" fmla="val 641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566160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Industrial &amp; Edge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0" y="3566160"/>
            <a:ext cx="7680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 UA / PLC · SCADA · IPC · Edge Computing · IPFS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352544"/>
            <a:ext cx="10881360" cy="713232"/>
          </a:xfrm>
          <a:prstGeom prst="roundRect">
            <a:avLst>
              <a:gd name="adj" fmla="val 641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407408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&amp; Dev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0" y="4407408"/>
            <a:ext cx="7680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YOLOv8 / v11 · OpenCV · OpenAI API · AI Agent · Spec-Driven Development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193792"/>
            <a:ext cx="10881360" cy="713232"/>
          </a:xfrm>
          <a:prstGeom prst="roundRect">
            <a:avLst>
              <a:gd name="adj" fmla="val 641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248656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57600" y="5248656"/>
            <a:ext cx="7680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 27001:2022 ISMS · 內部稽核 · 風險評估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1908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❯_ </a:t>
            </a:r>
            <a:pPr algn="l"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Gary Wu 吳振銜 · Senior Full-Stack Engineer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85455" y="64190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garywudev.deepwaterslife.com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CASE STUDY 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太陽能板回收系統 — Edge-to-Cloud 工業整合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444752"/>
            <a:ext cx="14630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276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A7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主導 IPC 主程式架構與跨系統整合,串起設備到雲端的完整資料閉環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7988" y="228600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161B22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7988" y="2414016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SCADA / PLC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7988" y="28346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A7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OPC UA 設備通訊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05660" y="2633472"/>
            <a:ext cx="466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35428" y="228600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161B22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35428" y="2414016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 Edge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35428" y="28346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A7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個 edge modules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83100" y="2633472"/>
            <a:ext cx="466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112868" y="228600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161B22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12868" y="2414016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推論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12868" y="28346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A7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YOLO 物件辨識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60540" y="2633472"/>
            <a:ext cx="466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490308" y="228600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161B22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0308" y="2414016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 APIs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90308" y="28346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A7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個雲端服務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437980" y="2633472"/>
            <a:ext cx="466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867748" y="228600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161B22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67748" y="2414016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IPFS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867748" y="28346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A7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可驗證儲存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3886200"/>
            <a:ext cx="111556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▪ 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橫跨 15+ repositories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的系統,深入掌握 90% 以上,能快速定位跨服務問題</a:t>
            </a:r>
            <a:endParaRPr lang="en-US" sz="14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▪ 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支援 AI 模型從資料準備、訓練、部署到 IPC 整合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的完整流程</a:t>
            </a:r>
            <a:endParaRPr lang="en-US" sz="14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▪ 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擔任公司與設備商工程部的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主要技術窗口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,釐清跨組織需求</a:t>
            </a:r>
            <a:endParaRPr lang="en-US" sz="14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▪ 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全流程追溯: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個關鍵站點、每片板 21 個製程時間戳,資料雲端保存至少 5 年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1908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❯_ </a:t>
            </a:r>
            <a:pPr algn="l"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Gary Wu 吳振銜 · Senior Full-Stack Engineer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85455" y="64190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garywudev.deepwaterslife.com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CASE STUDY 01 · RESULTS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太陽能板回收系統 — 交付成果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444752"/>
            <a:ext cx="14630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config-driven 設計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0" y="178308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同一套程式支援設備版本 1.0–2.x,重複開發工作減少約 75%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514600"/>
            <a:ext cx="1088136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42616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version manager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2642616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IPC 軟體部署從 1 小時縮短至 15 分鐘,現場更新不再是大工程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374136"/>
            <a:ext cx="1088136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50215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結構化 log 可觀測性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0" y="350215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764 個呼叫點 / 6 等級 / 61 模組 / 52 事件,SCADA 即時篩選,除錯定位效率約提升 3 倍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233672"/>
            <a:ext cx="1088136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36168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Edge-to-Cloud 同步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0480" y="4361688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即時上傳＋排程重送,達成 100% 最終資料同步與 99.9% 系統可用性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093208"/>
            <a:ext cx="1088136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221224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災難備援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40480" y="5221224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雲端異地備援,RPO 控制在 24 小時內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1908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❯_ </a:t>
            </a:r>
            <a:pPr algn="l"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Gary Wu 吳振銜 · Senior Full-Stack Engineer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85455" y="64190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garywudev.deepwaterslife.com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CASE STUDY 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Rock System — 一人完成 0→1 的代書資訊系統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444752"/>
            <a:ext cx="14630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276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A7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業餘獨立承接,以單一主責工程師走完需求、架構、前後端、權限到容器化部署的完整 SDLC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6217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▪  </a:t>
            </a:r>
            <a:pPr indent="0" marL="0"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整合案件管理、零用金、統計報表、權限與系統監控</a:t>
            </a:r>
            <a:pPr indent="0" marL="0"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於單一平台</a:t>
            </a:r>
            <a:endParaRPr lang="en-US" sz="1400" dirty="0"/>
          </a:p>
          <a:p>
            <a:pPr indent="0" marL="0"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▪  </a:t>
            </a:r>
            <a:pPr indent="0" marL="0"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細粒度權限設計:</a:t>
            </a:r>
            <a:pPr indent="0" marL="0"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逐案編輯權限、席位控管、2FA</a:t>
            </a:r>
            <a:endParaRPr lang="en-US" sz="1400" dirty="0"/>
          </a:p>
          <a:p>
            <a:pPr indent="0" marL="0"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▪  </a:t>
            </a:r>
            <a:pPr indent="0" marL="0"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以環境變數驅動權限配置,</a:t>
            </a:r>
            <a:pPr indent="0" marL="0"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支援多客戶差異化規則</a:t>
            </a:r>
            <a:endParaRPr lang="en-US" sz="1400" dirty="0"/>
          </a:p>
          <a:p>
            <a:pPr indent="0" marL="0"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▪  </a:t>
            </a:r>
            <a:pPr indent="0" marL="0"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案件收費綁定零用金支出,</a:t>
            </a:r>
            <a:pPr indent="0" marL="0"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對帳一次到位</a:t>
            </a:r>
            <a:endParaRPr lang="en-US" sz="1400" dirty="0"/>
          </a:p>
          <a:p>
            <a:pPr indent="0" marL="0"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▪  </a:t>
            </a:r>
            <a:pPr indent="0" marL="0"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連網即可查、編案件與零用金,</a:t>
            </a:r>
            <a:pPr indent="0" marL="0"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事務所隨處辦公</a:t>
            </a:r>
            <a:endParaRPr lang="en-US" sz="1400" dirty="0"/>
          </a:p>
          <a:p>
            <a:pPr indent="0" marL="0"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▪  </a:t>
            </a:r>
            <a:pPr indent="0" marL="0"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· Strapi · PostgreSQL · Docker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223760" y="2194560"/>
            <a:ext cx="2103120" cy="1691640"/>
          </a:xfrm>
          <a:prstGeom prst="roundRect">
            <a:avLst>
              <a:gd name="adj" fmla="val 324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0" y="2340864"/>
            <a:ext cx="2103120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2x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0" y="3172968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A7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建檔效率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DA7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(60 分 → 30 分)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464040" y="2194560"/>
            <a:ext cx="2103120" cy="1691640"/>
          </a:xfrm>
          <a:prstGeom prst="roundRect">
            <a:avLst>
              <a:gd name="adj" fmla="val 324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64040" y="2340864"/>
            <a:ext cx="2103120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10x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555480" y="3172968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A7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案件查找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DA7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(10 分 → 1 分)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23760" y="4069080"/>
            <a:ext cx="2103120" cy="1691640"/>
          </a:xfrm>
          <a:prstGeom prst="roundRect">
            <a:avLst>
              <a:gd name="adj" fmla="val 324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4215384"/>
            <a:ext cx="2103120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480x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315200" y="5047488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A7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月報產出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DA7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(4 小時 → 30 秒)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464040" y="4069080"/>
            <a:ext cx="2103120" cy="1691640"/>
          </a:xfrm>
          <a:prstGeom prst="roundRect">
            <a:avLst>
              <a:gd name="adj" fmla="val 324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64040" y="4215384"/>
            <a:ext cx="2103120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人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555480" y="5047488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A7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 SDLC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DA7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主責交付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1908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❯_ </a:t>
            </a:r>
            <a:pPr algn="l"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Gary Wu 吳振銜 · Senior Full-Stack Engineer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85455" y="64190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garywudev.deepwaterslife.com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PROBLEM SOLVING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先找對問題,再談解法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444752"/>
            <a:ext cx="14630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83080"/>
            <a:ext cx="5440680" cy="3977640"/>
          </a:xfrm>
          <a:prstGeom prst="roundRect">
            <a:avLst>
              <a:gd name="adj" fmla="val 137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65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舊系統低網速效能搶救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35915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瓶頸不在程式,在客戶端網路環境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788920"/>
            <a:ext cx="4983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▪  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逐層量測、排除猜測,定位真正瓶頸為現場網路</a:t>
            </a:r>
            <a:endParaRPr lang="en-US" sz="1250" dirty="0"/>
          </a:p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▪  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重構傳輸策略,前端請求數降至原本的 1/5–1/4</a:t>
            </a:r>
            <a:endParaRPr lang="en-US" sz="1250" dirty="0"/>
          </a:p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▪  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 AI 協作加速分析與驗證,縮短搶救時程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5303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效能優化 · API 設計 · AI 協作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1783080"/>
            <a:ext cx="5440680" cy="3977640"/>
          </a:xfrm>
          <a:prstGeom prst="roundRect">
            <a:avLst>
              <a:gd name="adj" fmla="val 137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1965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展場 iPad 離線影片方案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29400" y="235915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展場網速不可控,那就不依賴它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29400" y="2788920"/>
            <a:ext cx="4983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▪  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iPad 上自建本地 API 伺服器</a:t>
            </a:r>
            <a:endParaRPr lang="en-US" sz="1250" dirty="0"/>
          </a:p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▪  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影片播放完全脫離展場網路,體驗零中斷</a:t>
            </a:r>
            <a:endParaRPr lang="en-US" sz="1250" dirty="0"/>
          </a:p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▪  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以最小硬體與成本達成穩定展示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629400" y="5303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 · Alpine Linux · Python · React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1908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❯_ </a:t>
            </a:r>
            <a:pPr algn="l"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Gary Wu 吳振銜 · Senior Full-Stack Engineer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85455" y="64190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garywudev.deepwaterslife.com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HOW I WORK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我的工作方式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444752"/>
            <a:ext cx="14630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</a:t>
            </a:r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系統級視野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40480" y="178308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DA7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不只寫功能——掌握 90%+ repositories,從架構層面思考資料流、部署與維運,快速定位跨服務問題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514600"/>
            <a:ext cx="1088136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42616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</a:t>
            </a:r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跨組織溝通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40480" y="2642616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DA7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長期擔任公司與設備商工程部的主要技術窗口,把模糊需求翻譯成雙方都能執行的規格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374136"/>
            <a:ext cx="1088136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50215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</a:t>
            </a:r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協作開發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40480" y="350215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DA7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YOLO 模型訓練部署,到日常以 AI 加速開發與除錯——把 AI 當成放大產出的槓桿,而非黑盒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233672"/>
            <a:ext cx="1088136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36168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</a:t>
            </a:r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品質與資安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840480" y="4361688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DA7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ISO 27001:2022 ISMS 導入與內部稽核經驗;醫檢背景養成的嚴謹,落實在 log、追溯與備援設計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093208"/>
            <a:ext cx="1088136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221224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</a:t>
            </a:r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長期可維護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840480" y="5221224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DA7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config-driven、結構化 log、自動化部署——交付的不是一次性程式,而是能長期演進的系統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1908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❯_ </a:t>
            </a:r>
            <a:pPr algn="l"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Gary Wu 吳振銜 · Senior Full-Stack Engineer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85455" y="64190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garywudev.deepwaterslife.com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VALUE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加入團隊,我能帶來什麼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444752"/>
            <a:ext cx="14630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965960"/>
            <a:ext cx="3566160" cy="3383280"/>
          </a:xfrm>
          <a:prstGeom prst="roundRect">
            <a:avLst>
              <a:gd name="adj" fmla="val 1622"/>
            </a:avLst>
          </a:prstGeom>
          <a:solidFill>
            <a:srgbClr val="161B22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945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2743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端到端整合能力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DA7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PLC/SCADA 設備端到雲端業務系統,一個人能看懂、也能接起整條資料鏈——縮短跨團隊溝通成本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16552" y="1965960"/>
            <a:ext cx="3566160" cy="3383280"/>
          </a:xfrm>
          <a:prstGeom prst="roundRect">
            <a:avLst>
              <a:gd name="adj" fmla="val 1622"/>
            </a:avLst>
          </a:prstGeom>
          <a:solidFill>
            <a:srgbClr val="161B22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21945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90872" y="2743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 → 1 獨立交付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90872" y="329184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DA7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獨立完成過完整 SDLC:需求、架構、開發、權限、部署、維運——新產品線或跨部門專案可以直接扛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93024" y="1965960"/>
            <a:ext cx="3566160" cy="3383280"/>
          </a:xfrm>
          <a:prstGeom prst="roundRect">
            <a:avLst>
              <a:gd name="adj" fmla="val 1622"/>
            </a:avLst>
          </a:prstGeom>
          <a:solidFill>
            <a:srgbClr val="161B22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67344" y="21945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67344" y="2743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穩定可演進的系統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67344" y="329184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DA7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可觀測性、備援、追溯、config-driven——我交付的系統以「五年後還能安心維護」為標準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❯_ </a:t>
            </a:r>
            <a:pPr indent="0" marL="0">
              <a:buNone/>
            </a:pPr>
            <a:r>
              <a:rPr lang="en-US" sz="1400" spc="300" kern="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 · Q&amp;A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228600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謝謝,期待與你們一起打造長期可演進的系統。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37744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s19003045@gmail.com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413308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77440" y="413308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garywudev.deepwaterslife.com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60857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77440" y="460857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github.com/s19003045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08406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77440" y="508406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linkedin.com/in/chen-hsien-wu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5806440"/>
            <a:ext cx="10545775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943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8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作品案例完整版:garywudev.deepwaterslife.com/zh/case-studies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吳振銜 Gary Wu — 面試自我介紹</dc:title>
  <dc:subject>PptxGenJS Presentation</dc:subject>
  <dc:creator>Gary Wu 吳振銜</dc:creator>
  <cp:lastModifiedBy>Gary Wu 吳振銜</cp:lastModifiedBy>
  <cp:revision>1</cp:revision>
  <dcterms:created xsi:type="dcterms:W3CDTF">2026-07-06T14:56:44Z</dcterms:created>
  <dcterms:modified xsi:type="dcterms:W3CDTF">2026-07-06T14:56:44Z</dcterms:modified>
</cp:coreProperties>
</file>